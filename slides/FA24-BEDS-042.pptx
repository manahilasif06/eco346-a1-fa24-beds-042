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05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Q2: 1,440 students; weighted median Rs 4,500, unweighted Rs 4,295; weighted P10 Rs 1,000, P90 Rs 15,500, ratio 15.50; 1 student excluded outside Rs 100 to Rs 1,000,000. Sample: rural Sindh persons with ed_total above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Q4: three changes tied to Chapters 1-4: conditional means and overplotting, Cleveland-McGill, direct labels and data-ink, weights. Default shows individual observations and within-band spread; redesign hides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 15-19: 28.0%, men 59.5%, gap 31.5. Women 55-59: 9.6%, men 40.0%, gap 30.4. Largest gap 42.5 at 30-34.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scripts/04_second_language.py. It recomputes the band table and compares it with the 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 |  THE DISTRIBUTION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2 (Sindh rural): spending per student is concentrated in the low thousands of rupees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1188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FA24-BEDS-042 | Section B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= 5 × 8 + 2, so variant 2: prov_code 3, urban_rural 1. PSLM 2019-20, weighted by hhweight.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240280"/>
          <a:ext cx="338328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median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 4,500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Unweighted median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 4,295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10th percentile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 1,000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90th percentile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 15,500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90th / 10th ratio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 from histogram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7A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4251960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80% of students spend Rs 1,000 to Rs 15,500 (15.5-fold spread). The weighted median is about 5% above the unweighted: heavily sampled households carry small weights and spend a little less. Weighting corrects this; the gap is small.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4815840" cy="2751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3 AND 4  |  THE MAKEOVER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7,171 overlapping dots to weighted conditional means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geom_point() only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1155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(Question 3)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269480" y="1371600"/>
            <a:ext cx="1463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60920" y="1463040"/>
            <a:ext cx="1280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7A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by the redesign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observations and the spread inside each band.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9319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Conditional means: weighted E[literate | age] replaces overplotted binary points (overplotting; Cleveland-McGill).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Direct labels, no legend (proximity, data-ink).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hhweight, hollow thin cells, finding as title (whose distribution).</a:t>
            </a:r>
            <a:endParaRPr lang="en-US" sz="1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98" y="1353312"/>
            <a:ext cx="2962102" cy="250545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925" y="1353312"/>
            <a:ext cx="3515250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 |  THE FINDING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gender gap in literacy has barely narrowed: about 30 points among the young and the old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15-19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literate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6002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1673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59.5%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literate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31.5 percentage points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55-59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673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literate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6002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673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40.0%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literate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30.4 percentage points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gap: ages 30-34, where men lead women by 42.5 points.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cross-section: older bands are older cohorts, so age and generation are mixed.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tell us why: school supply and household demand look the same.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PSLM 2019-20, rural Sindh, aged 10-64 (n = 7,171), weighted by hhweight. Band table in README.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A1426"/>
          </a:solidFill>
          <a:ln w="12700">
            <a:solidFill>
              <a:srgbClr val="7A1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 |  A SECOND LANGUAGE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6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reproduces the R result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806440" y="1188720"/>
            <a:ext cx="1280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8105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1188720"/>
            <a:ext cx="1280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2376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8105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aged 15-19. The two band tables agree to one decimal place.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2880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A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default that differed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ggplot2 pads axis limits by 5%; matplotlib does not. I set ylim(-5, 105) and xlim(10, 70), and built bands with floor(age/5)*5, not cut().</a:t>
            </a:r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71" y="1133856"/>
            <a:ext cx="5105402" cy="36961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541</Words>
  <Application>Microsoft Office PowerPoint</Application>
  <PresentationFormat>On-screen Show (16:9)</PresentationFormat>
  <Paragraphs>67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FA24-BEDS-042</dc:title>
  <dc:subject>PptxGenJS Presentation</dc:subject>
  <dc:creator>FA24-BEDS-042</dc:creator>
  <cp:lastModifiedBy>manah</cp:lastModifiedBy>
  <cp:revision>2</cp:revision>
  <dcterms:created xsi:type="dcterms:W3CDTF">2026-10-26T15:36:40Z</dcterms:created>
  <dcterms:modified xsi:type="dcterms:W3CDTF">2026-10-27T04:10:20Z</dcterms:modified>
</cp:coreProperties>
</file>